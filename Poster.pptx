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2016" y="-63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736739"/>
              </p:ext>
            </p:extLst>
          </p:nvPr>
        </p:nvGraphicFramePr>
        <p:xfrm>
          <a:off x="71979" y="2356347"/>
          <a:ext cx="3890421" cy="143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171450" marR="0" lvl="0" indent="-17145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viên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bằng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Blockchain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Đảm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bảo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bạch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thể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chỉnh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trái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phép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khả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truy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vết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lịch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thay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đổi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QR Code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xác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492137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HỆ THỐNG XÁC THỰC ĐIỂM SINH VIÊN  ỨNG DỤNG BLOCKCHAIN ETHEREUM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Sinh </a:t>
                </a:r>
                <a:r>
                  <a:rPr lang="en-US" sz="799" b="1" dirty="0" err="1"/>
                  <a:t>viên</a:t>
                </a:r>
                <a:r>
                  <a:rPr lang="en-US" sz="799" b="1" dirty="0"/>
                  <a:t> </a:t>
                </a:r>
                <a:r>
                  <a:rPr lang="en-US" sz="799" b="1" dirty="0" err="1"/>
                  <a:t>thực</a:t>
                </a:r>
                <a:r>
                  <a:rPr lang="en-US" sz="799" b="1" dirty="0"/>
                  <a:t> </a:t>
                </a:r>
                <a:r>
                  <a:rPr lang="en-US" sz="799" b="1" dirty="0" err="1"/>
                  <a:t>hiện</a:t>
                </a:r>
                <a:r>
                  <a:rPr lang="en-US" sz="799" b="1" dirty="0"/>
                  <a:t>: Ngô Thành Đạt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23B2A99-2661-4945-745B-F6C3161DB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334" y="4963336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351647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85557"/>
              </p:ext>
            </p:extLst>
          </p:nvPr>
        </p:nvGraphicFramePr>
        <p:xfrm>
          <a:off x="4027950" y="8068432"/>
          <a:ext cx="2789417" cy="1410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Phân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quyền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giảng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viên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viên</a:t>
                      </a:r>
                      <a:b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Mobile</a:t>
                      </a:r>
                      <a:b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QR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xác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bảng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điểm</a:t>
                      </a:r>
                      <a:b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Kết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nối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cơ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sở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dữ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liệu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nhà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trường</a:t>
                      </a:r>
                      <a:b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khai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trên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Ethereum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Mainnet</a:t>
                      </a:r>
                      <a:b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AI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hiện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gian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lận</a:t>
                      </a:r>
                      <a:endParaRPr lang="en-US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r>
                <a:rPr lang="en-US" sz="800" b="1" dirty="0">
                  <a:latin typeface="Arial Hebrew Scholar" pitchFamily="2" charset="-79"/>
                  <a:cs typeface="Arial Hebrew Scholar" pitchFamily="2" charset="-79"/>
                </a:rPr>
                <a:t> Platform</a:t>
              </a: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81250" y="6945390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C3EB019-5F21-D5ED-EC4F-BEBAB5F3E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1725" y="1354237"/>
            <a:ext cx="696213" cy="59654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0BB7496-7CC5-86E3-1DD9-0D369BF2C6C5}"/>
              </a:ext>
            </a:extLst>
          </p:cNvPr>
          <p:cNvSpPr/>
          <p:nvPr/>
        </p:nvSpPr>
        <p:spPr>
          <a:xfrm>
            <a:off x="5357391" y="4425812"/>
            <a:ext cx="1151824" cy="1296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Hình ảnh 2" descr="Ảnh có chứa mẫu, hình vuông, điểm ảnh, thiết kế&#10;&#10;Nội dung do AI tạo ra có thể không chính xác.">
            <a:extLst>
              <a:ext uri="{FF2B5EF4-FFF2-40B4-BE49-F238E27FC236}">
                <a16:creationId xmlns:a16="http://schemas.microsoft.com/office/drawing/2014/main" id="{661F2882-52A4-7896-467F-A120F2037B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91" y="6921817"/>
            <a:ext cx="646309" cy="665871"/>
          </a:xfrm>
          <a:prstGeom prst="rect">
            <a:avLst/>
          </a:prstGeom>
        </p:spPr>
      </p:pic>
      <p:sp>
        <p:nvSpPr>
          <p:cNvPr id="4" name="AutoShape 2" descr="Sơ đồ hệ thống xác thực điểm Blockchain">
            <a:extLst>
              <a:ext uri="{FF2B5EF4-FFF2-40B4-BE49-F238E27FC236}">
                <a16:creationId xmlns:a16="http://schemas.microsoft.com/office/drawing/2014/main" id="{8BFD2D19-3BEE-D832-7364-74223C0AC3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5920E5-DB80-23A1-AE5D-B54DC34942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950" y="2646039"/>
            <a:ext cx="2797790" cy="18651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9B4D37-7BDC-6ACE-6F18-DFF5FC5B1D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54" y="7058025"/>
            <a:ext cx="3706130" cy="26479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87D5A5-4D64-612C-B8D9-4AADF934F1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1" y="4181475"/>
            <a:ext cx="3694953" cy="271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7D6A78F14C8049B6AB0033BFFD9C21" ma:contentTypeVersion="2" ma:contentTypeDescription="Create a new document." ma:contentTypeScope="" ma:versionID="af37942a1aeb2560f135773f7551c678">
  <xsd:schema xmlns:xsd="http://www.w3.org/2001/XMLSchema" xmlns:xs="http://www.w3.org/2001/XMLSchema" xmlns:p="http://schemas.microsoft.com/office/2006/metadata/properties" xmlns:ns3="9fdc1871-9bcf-421e-b101-21e22d7d3fb4" targetNamespace="http://schemas.microsoft.com/office/2006/metadata/properties" ma:root="true" ma:fieldsID="28c0efb9dd62a978de49570c22aa3bcc" ns3:_="">
    <xsd:import namespace="9fdc1871-9bcf-421e-b101-21e22d7d3fb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c1871-9bcf-421e-b101-21e22d7d3fb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dc1871-9bcf-421e-b101-21e22d7d3fb4" xsi:nil="true"/>
  </documentManagement>
</p:properties>
</file>

<file path=customXml/itemProps1.xml><?xml version="1.0" encoding="utf-8"?>
<ds:datastoreItem xmlns:ds="http://schemas.openxmlformats.org/officeDocument/2006/customXml" ds:itemID="{9A069DC9-14FF-4683-B10A-565D33566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c1871-9bcf-421e-b101-21e22d7d3f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443AF6-41C1-414C-8C84-F8840F1AA8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190065-41B9-46EC-A534-E2505AEB6634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9fdc1871-9bcf-421e-b101-21e22d7d3fb4"/>
    <ds:schemaRef ds:uri="http://schemas.microsoft.com/office/2006/documentManagement/typ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663</TotalTime>
  <Words>162</Words>
  <Application>Microsoft Office PowerPoint</Application>
  <PresentationFormat>A4 Paper (210x297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1671020291 Dương Xuân Thành</cp:lastModifiedBy>
  <cp:revision>115</cp:revision>
  <dcterms:created xsi:type="dcterms:W3CDTF">2023-07-02T07:57:15Z</dcterms:created>
  <dcterms:modified xsi:type="dcterms:W3CDTF">2026-06-04T08:03:05Z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0x010100417D6A78F14C8049B6AB0033BFFD9C21</vt:lpwstr>
  </property>
</Properties>
</file>